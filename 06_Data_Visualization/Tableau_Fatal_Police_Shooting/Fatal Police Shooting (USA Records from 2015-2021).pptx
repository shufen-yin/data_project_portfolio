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7" d="100"/>
          <a:sy n="97" d="100"/>
        </p:scale>
        <p:origin x="5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FatalPoliceShootingUSARecordsfrom2015-2021/FatalPoliceShooting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5403739C-D390-4D35-836C-7CD952C313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>
                <a:hlinkClick r:id="rId2"/>
              </a:rPr>
              <a:t>Fatal Police Shooting (USA Records from 2015-2021)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F7D33126-B261-490D-9AB3-EB9E4C40C2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</a:t>
            </a:r>
            <a:r>
              <a:rPr lang="en-US" altLang="zh-CN" dirty="0" err="1"/>
              <a:t>reated</a:t>
            </a:r>
            <a:r>
              <a:rPr dirty="0"/>
              <a:t>: 9/1/2025 2:45:34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Fatal Police Shooting 1">
            <a:extLst>
              <a:ext uri="{FF2B5EF4-FFF2-40B4-BE49-F238E27FC236}">
                <a16:creationId xmlns:a16="http://schemas.microsoft.com/office/drawing/2014/main" id="{16CD2E4B-049C-42C8-8C15-9E3B4C61C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1108075"/>
            <a:ext cx="11658600" cy="464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Fatal Police Shooting 2">
            <a:extLst>
              <a:ext uri="{FF2B5EF4-FFF2-40B4-BE49-F238E27FC236}">
                <a16:creationId xmlns:a16="http://schemas.microsoft.com/office/drawing/2014/main" id="{81EAEE03-3A5E-41FC-AA19-5B3898840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1108075"/>
            <a:ext cx="11658600" cy="464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Fatal Police Shooting (USA Records from 2015-2021)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Shufen Yin</cp:lastModifiedBy>
  <cp:revision>1</cp:revision>
  <dcterms:created xsi:type="dcterms:W3CDTF">2025-09-01T14:45:34Z</dcterms:created>
  <dcterms:modified xsi:type="dcterms:W3CDTF">2026-01-25T18:44:19Z</dcterms:modified>
</cp:coreProperties>
</file>